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50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0" y="19632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207781" y="27953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User(s)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51270" y="2095848"/>
            <a:ext cx="594360" cy="256032"/>
          </a:xfrm>
          <a:prstGeom prst="righ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7367" y="2393028"/>
            <a:ext cx="594360" cy="256032"/>
          </a:xfrm>
          <a:prstGeom prst="lef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2848" y="669384"/>
            <a:ext cx="2103120" cy="4160520"/>
          </a:xfrm>
          <a:prstGeom prst="roundRect">
            <a:avLst>
              <a:gd name="adj" fmla="val 7826"/>
            </a:avLst>
          </a:prstGeom>
          <a:solidFill>
            <a:srgbClr val="DCE9F5"/>
          </a:solidFill>
          <a:ln w="22225">
            <a:solidFill>
              <a:srgbClr val="3B6FB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79510" y="959369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896" y="1361705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58848" y="2438748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 ·  travel modes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preference  ·  budgets</a:t>
            </a:r>
            <a:endParaRPr lang="en-US" sz="12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venue cards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77858" y="3956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82430" y="397187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3220" y="5760720"/>
            <a:ext cx="77724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6419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visualization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66604" y="235044"/>
            <a:ext cx="7040880" cy="5029200"/>
          </a:xfrm>
          <a:prstGeom prst="roundRect">
            <a:avLst>
              <a:gd name="adj" fmla="val 3636"/>
            </a:avLst>
          </a:prstGeom>
          <a:solidFill>
            <a:srgbClr val="FBE6CC"/>
          </a:solidFill>
          <a:ln w="22225">
            <a:solidFill>
              <a:srgbClr val="D6914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40924" y="1012284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8E7DB3"/>
          </a:solidFill>
          <a:ln w="19050">
            <a:solidFill>
              <a:srgbClr val="5F4D87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232364" y="11768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module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32364" y="15152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Isochrones  +  Intersection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9584" y="1880964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5516" y="2566764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Per-user reachable area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Shared feasible region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Natural-barrier subtraction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278084" y="39840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278084" y="39840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ORS  ·  Mapbox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26924" y="1012284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E9C4E"/>
          </a:solidFill>
          <a:ln w="19050">
            <a:solidFill>
              <a:srgbClr val="B86A1C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518364" y="11768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POI module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18364" y="15152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+  Enrichment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544" y="1880964"/>
            <a:ext cx="502920" cy="50292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5624" y="1880964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91516" y="2566764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Foursquare / Overpass / Nominatim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signals (Tavily / DDG)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extraction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7564084" y="39840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564084" y="39840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Foursquare  ·  OSM  ·  LLM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9712924" y="1012284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E9C4E"/>
          </a:solidFill>
          <a:ln w="19050">
            <a:solidFill>
              <a:srgbClr val="B86A1C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9804364" y="11768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Ranking module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804364" y="15152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Fairness  +  Explanation</a:t>
            </a:r>
            <a:endParaRPr lang="en-US" sz="105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1544" y="1880964"/>
            <a:ext cx="502920" cy="50292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1624" y="1880964"/>
            <a:ext cx="502920" cy="5029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77516" y="2566764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Travel-time fairness gap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Isochrone-membership reward</a:t>
            </a:r>
            <a:endParaRPr lang="en-US" sz="1050" dirty="0"/>
          </a:p>
          <a:p>
            <a:pPr algn="l">
              <a:spcAft>
                <a:spcPts val="400"/>
              </a:spcAft>
              <a:buSzPct val="100000"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+ reason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9850084" y="39840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9850084" y="39840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MCDM  ·  LLM summary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4103186" y="1250765"/>
            <a:ext cx="740664" cy="274320"/>
          </a:xfrm>
          <a:prstGeom prst="righ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4044642" y="1047403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3953202" y="1598237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locations · modes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7065736" y="2795364"/>
            <a:ext cx="356616" cy="219456"/>
          </a:xfrm>
          <a:prstGeom prst="righ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015444" y="25027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351736" y="2795364"/>
            <a:ext cx="356616" cy="219456"/>
          </a:xfrm>
          <a:prstGeom prst="righ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9301444" y="25027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044642" y="3490308"/>
            <a:ext cx="740664" cy="274320"/>
          </a:xfrm>
          <a:prstGeom prst="leftArrow">
            <a:avLst/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4044642" y="315124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venues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3888319" y="3813232"/>
            <a:ext cx="1024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  ·  scores  ·  reasons</a:t>
            </a:r>
            <a:endParaRPr lang="en-US" sz="700" dirty="0"/>
          </a:p>
        </p:txBody>
      </p:sp>
      <p:sp>
        <p:nvSpPr>
          <p:cNvPr id="52" name="Shape 42"/>
          <p:cNvSpPr/>
          <p:nvPr/>
        </p:nvSpPr>
        <p:spPr>
          <a:xfrm>
            <a:off x="3291840" y="6035040"/>
            <a:ext cx="5163784" cy="160020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3D434D"/>
          </a:solidFill>
          <a:ln w="12700">
            <a:solidFill>
              <a:srgbClr val="3D434D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3317694" y="578333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54" name="Text 44"/>
          <p:cNvSpPr/>
          <p:nvPr/>
        </p:nvSpPr>
        <p:spPr>
          <a:xfrm>
            <a:off x="3383280" y="6291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reachable areas · shared region · pins</a:t>
            </a:r>
            <a:endParaRPr lang="en-US" sz="900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3DF243F5-FC63-BF61-718B-88E48EDB3BEC}"/>
              </a:ext>
            </a:extLst>
          </p:cNvPr>
          <p:cNvSpPr/>
          <p:nvPr/>
        </p:nvSpPr>
        <p:spPr>
          <a:xfrm>
            <a:off x="10225970" y="4801122"/>
            <a:ext cx="1224314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rgbClr val="3B6FB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altLang="zh-CN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4FE84C-9558-32D3-1293-51F1121168C7}"/>
              </a:ext>
            </a:extLst>
          </p:cNvPr>
          <p:cNvSpPr/>
          <p:nvPr/>
        </p:nvSpPr>
        <p:spPr>
          <a:xfrm>
            <a:off x="8318464" y="5264244"/>
            <a:ext cx="139736" cy="930816"/>
          </a:xfrm>
          <a:prstGeom prst="rect">
            <a:avLst/>
          </a:prstGeom>
          <a:solidFill>
            <a:srgbClr val="3D434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108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MeetHalfway system architecture</dc:title>
  <dc:subject>PptxGenJS Presentation</dc:subject>
  <dc:creator>MeetHalfway demo</dc:creator>
  <cp:lastModifiedBy>迦理 梁</cp:lastModifiedBy>
  <cp:revision>4</cp:revision>
  <dcterms:created xsi:type="dcterms:W3CDTF">2026-06-06T18:28:32Z</dcterms:created>
  <dcterms:modified xsi:type="dcterms:W3CDTF">2026-06-06T23:04:01Z</dcterms:modified>
</cp:coreProperties>
</file>